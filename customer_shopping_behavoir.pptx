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9" r:id="rId4"/>
    <p:sldId id="260" r:id="rId5"/>
    <p:sldId id="261" r:id="rId6"/>
    <p:sldId id="262" r:id="rId7"/>
    <p:sldId id="264" r:id="rId8"/>
    <p:sldId id="265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7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8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9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0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 descr="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 descr="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 descr="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 descr="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0320" y="2032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 descr="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admin</dc:creator>
  <cp:lastModifiedBy>Toufik Shaikh</cp:lastModifiedBy>
  <cp:revision>4</cp:revision>
  <dcterms:created xsi:type="dcterms:W3CDTF">2025-07-23T00:59:00Z</dcterms:created>
  <dcterms:modified xsi:type="dcterms:W3CDTF">2026-04-08T03:36:34Z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707239CD3BD44CA2BEE3504E36008C52_11</vt:lpwstr>
  </property>
  <property fmtid="{D5CDD505-2E9C-101B-9397-08002B2CF9AE}" pid="3" name="KSOProductBuildVer">
    <vt:lpwstr>1033-12.2.0.23196</vt:lpwstr>
  </property>
</Properties>
</file>